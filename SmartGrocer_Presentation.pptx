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10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SmartGrocer Analytics —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b="1" dirty="0"/>
              <a:t>Project Title:</a:t>
            </a:r>
            <a:r>
              <a:rPr sz="1800" dirty="0"/>
              <a:t> </a:t>
            </a:r>
            <a:r>
              <a:rPr sz="1800" dirty="0" err="1"/>
              <a:t>SmartGrocer</a:t>
            </a:r>
            <a:r>
              <a:rPr sz="1800" dirty="0"/>
              <a:t> Analytics — Big Data Pipeline &amp; Dashboard</a:t>
            </a:r>
          </a:p>
          <a:p>
            <a:r>
              <a:rPr sz="1800" b="1" dirty="0"/>
              <a:t>Domain / Startup:</a:t>
            </a:r>
            <a:r>
              <a:rPr sz="1800" dirty="0"/>
              <a:t> Retail Grocery Analytics (</a:t>
            </a:r>
            <a:r>
              <a:rPr sz="1800" dirty="0" err="1"/>
              <a:t>SmartGrocer</a:t>
            </a:r>
            <a:r>
              <a:rPr sz="1800" dirty="0"/>
              <a:t>)</a:t>
            </a:r>
          </a:p>
          <a:p>
            <a:r>
              <a:rPr sz="1800" b="1" dirty="0"/>
              <a:t>Problem Statement:</a:t>
            </a:r>
            <a:r>
              <a:rPr sz="1800" dirty="0"/>
              <a:t> Grocery retailers generate millions of transactions but lack tools to extract actionable insights at scale. Manual analysis is too slow and error-prone for 300K+ records spanning 3 years and 10 cities.</a:t>
            </a:r>
          </a:p>
          <a:p>
            <a:r>
              <a:rPr sz="1800" b="1" dirty="0"/>
              <a:t>Target Users:</a:t>
            </a:r>
            <a:r>
              <a:rPr sz="1800" dirty="0"/>
              <a:t> Store managers, merchandising teams, and business analysts at large grocery chains who need real-time sales intelligence and demand forecasting.</a:t>
            </a:r>
          </a:p>
          <a:p>
            <a:r>
              <a:rPr sz="1800" b="1" dirty="0"/>
              <a:t>Dataset:</a:t>
            </a:r>
            <a:r>
              <a:rPr sz="1800" dirty="0"/>
              <a:t> 300,000 synthetic grocery transactions | 10 Indian cities | Jan 2023 – Dec 2025 | 13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b="1" dirty="0"/>
              <a:t>Pipeline Flow:</a:t>
            </a:r>
            <a:r>
              <a:rPr sz="1800" dirty="0"/>
              <a:t> CSV Data (300K rows) → </a:t>
            </a:r>
            <a:r>
              <a:rPr sz="1800" dirty="0" err="1"/>
              <a:t>PySpark</a:t>
            </a:r>
            <a:r>
              <a:rPr sz="1800" dirty="0"/>
              <a:t> ETL → Processed CSVs → </a:t>
            </a:r>
            <a:r>
              <a:rPr sz="1800" dirty="0" err="1"/>
              <a:t>Streamlit</a:t>
            </a:r>
            <a:r>
              <a:rPr sz="1800" dirty="0"/>
              <a:t> Dashboard</a:t>
            </a:r>
          </a:p>
          <a:p>
            <a:r>
              <a:rPr sz="1800" b="1" dirty="0"/>
              <a:t>Stage 1 — Data Generation:</a:t>
            </a:r>
            <a:r>
              <a:rPr sz="1800" dirty="0"/>
              <a:t> Python (NumPy/Pandas) generates 300K realistic transactions with seasonal patterns, outliers, and missing values</a:t>
            </a:r>
          </a:p>
          <a:p>
            <a:r>
              <a:rPr sz="1800" b="1" dirty="0"/>
              <a:t>Stage 2 — Processing Engine:</a:t>
            </a:r>
            <a:r>
              <a:rPr sz="1800" dirty="0"/>
              <a:t> </a:t>
            </a:r>
            <a:r>
              <a:rPr sz="1800" dirty="0" err="1"/>
              <a:t>PySpark</a:t>
            </a:r>
            <a:r>
              <a:rPr sz="1800" dirty="0"/>
              <a:t> (local[*]) — schema enforcement, data cleaning, feature engineering, analytical queries</a:t>
            </a:r>
          </a:p>
          <a:p>
            <a:r>
              <a:rPr sz="1800" b="1" dirty="0"/>
              <a:t>Stage 3 — Storage:</a:t>
            </a:r>
            <a:r>
              <a:rPr sz="1800" dirty="0"/>
              <a:t> Local file system — grocery_cleaned.csv + 6 aggregated summary CSVs exported from pipeline</a:t>
            </a:r>
          </a:p>
          <a:p>
            <a:r>
              <a:rPr sz="1800" b="1" dirty="0"/>
              <a:t>Stage 4 — Visualization:</a:t>
            </a:r>
            <a:r>
              <a:rPr sz="1800" dirty="0"/>
              <a:t> </a:t>
            </a:r>
            <a:r>
              <a:rPr sz="1800" dirty="0" err="1"/>
              <a:t>Streamlit</a:t>
            </a:r>
            <a:r>
              <a:rPr sz="1800" dirty="0"/>
              <a:t> + Plotly — interactive dashboard with filters, KPI cards, 9 chart types</a:t>
            </a:r>
          </a:p>
          <a:p>
            <a:r>
              <a:rPr sz="1800" b="1" dirty="0"/>
              <a:t>Tools Used:</a:t>
            </a:r>
            <a:r>
              <a:rPr sz="1800" dirty="0"/>
              <a:t> Python 3.x | </a:t>
            </a:r>
            <a:r>
              <a:rPr sz="1800" dirty="0" err="1"/>
              <a:t>PySpark</a:t>
            </a:r>
            <a:r>
              <a:rPr sz="1800" dirty="0"/>
              <a:t> 3.x | Pandas | </a:t>
            </a:r>
            <a:r>
              <a:rPr sz="1800" dirty="0" err="1"/>
              <a:t>Streamlit</a:t>
            </a:r>
            <a:r>
              <a:rPr sz="1800" dirty="0"/>
              <a:t> | Plotly Express | NumPy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PySpark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b="1" dirty="0"/>
              <a:t>Dataset:</a:t>
            </a:r>
            <a:r>
              <a:rPr sz="1800" dirty="0"/>
              <a:t> grocery_transactions.csv — 300,000 rows, 13 columns, ~35 MB, Jan 2023–Dec 2025</a:t>
            </a:r>
          </a:p>
          <a:p>
            <a:r>
              <a:rPr sz="1800" b="1" dirty="0"/>
              <a:t>Step 1 — Load &amp; Profile:</a:t>
            </a:r>
            <a:r>
              <a:rPr sz="1800" dirty="0"/>
              <a:t> Schema-enforced CSV ingestion; null counts per column; duplicate detection; describe() stats</a:t>
            </a:r>
          </a:p>
          <a:p>
            <a:r>
              <a:rPr sz="1800" b="1" dirty="0"/>
              <a:t>Step 2 — Data Cleaning:</a:t>
            </a:r>
            <a:r>
              <a:rPr sz="1800" dirty="0"/>
              <a:t> Deduplication; date casting; city imputation via store-mode; fill NULLs (GUEST / Unknown / 0%); cap quantity outliers at 99th percentile</a:t>
            </a:r>
          </a:p>
          <a:p>
            <a:r>
              <a:rPr sz="1800" b="1" dirty="0"/>
              <a:t>Step 3 — Feature Engineering:</a:t>
            </a:r>
            <a:r>
              <a:rPr sz="1800" dirty="0"/>
              <a:t> year, month, quarter, </a:t>
            </a:r>
            <a:r>
              <a:rPr sz="1800" dirty="0" err="1"/>
              <a:t>day_name</a:t>
            </a:r>
            <a:r>
              <a:rPr sz="1800" dirty="0"/>
              <a:t>, </a:t>
            </a:r>
            <a:r>
              <a:rPr sz="1800" dirty="0" err="1"/>
              <a:t>is_weekend</a:t>
            </a:r>
            <a:r>
              <a:rPr sz="1800" dirty="0"/>
              <a:t>, </a:t>
            </a:r>
            <a:r>
              <a:rPr sz="1800" dirty="0" err="1"/>
              <a:t>year_month</a:t>
            </a:r>
            <a:r>
              <a:rPr sz="1800" dirty="0"/>
              <a:t>, </a:t>
            </a:r>
            <a:r>
              <a:rPr sz="1800" dirty="0" err="1"/>
              <a:t>revenue_bucket</a:t>
            </a:r>
            <a:r>
              <a:rPr sz="1800" dirty="0"/>
              <a:t> (Low/Medium/High/Premium), customer transaction rank (Window function)</a:t>
            </a:r>
          </a:p>
          <a:p>
            <a:r>
              <a:rPr sz="1800" b="1" dirty="0"/>
              <a:t>Step 4 — Aggregations:</a:t>
            </a:r>
            <a:r>
              <a:rPr sz="1800" dirty="0"/>
              <a:t> Revenue by category/city/month; Top-15 products; Payment distribution; Peak hours; Weekend vs Weekday comparison</a:t>
            </a:r>
          </a:p>
          <a:p>
            <a:r>
              <a:rPr sz="1800" b="1" dirty="0"/>
              <a:t>Code Snippet (Outlier Capping):</a:t>
            </a:r>
            <a:r>
              <a:rPr sz="1800" dirty="0"/>
              <a:t> q99 = </a:t>
            </a:r>
            <a:r>
              <a:rPr sz="1800" dirty="0" err="1"/>
              <a:t>df.approxQuantile</a:t>
            </a:r>
            <a:r>
              <a:rPr sz="1800" dirty="0"/>
              <a:t>("quantity",[0.99],0.01)[0]; </a:t>
            </a:r>
            <a:r>
              <a:rPr sz="1800" dirty="0" err="1"/>
              <a:t>df</a:t>
            </a:r>
            <a:r>
              <a:rPr sz="1800" dirty="0"/>
              <a:t> = </a:t>
            </a:r>
            <a:r>
              <a:rPr sz="1800" dirty="0" err="1"/>
              <a:t>df.withColumn</a:t>
            </a:r>
            <a:r>
              <a:rPr sz="1800" dirty="0"/>
              <a:t>("</a:t>
            </a:r>
            <a:r>
              <a:rPr sz="1800" dirty="0" err="1"/>
              <a:t>quantity_capped</a:t>
            </a:r>
            <a:r>
              <a:rPr sz="1800" dirty="0"/>
              <a:t>", </a:t>
            </a:r>
            <a:r>
              <a:rPr sz="1800" dirty="0" err="1"/>
              <a:t>F.when</a:t>
            </a:r>
            <a:r>
              <a:rPr sz="1800" dirty="0"/>
              <a:t>(col &gt; q99, q99).otherwise(col))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b="1" dirty="0"/>
              <a:t>Tool Used:</a:t>
            </a:r>
            <a:r>
              <a:rPr sz="1800" dirty="0"/>
              <a:t> </a:t>
            </a:r>
            <a:r>
              <a:rPr sz="1800" dirty="0" err="1"/>
              <a:t>Streamlit</a:t>
            </a:r>
            <a:r>
              <a:rPr sz="1800" dirty="0"/>
              <a:t> + Plotly Express — interactive web dashboard with sidebar filters (date, category, city, payment method)</a:t>
            </a:r>
          </a:p>
          <a:p>
            <a:r>
              <a:rPr sz="1800" b="1" dirty="0"/>
              <a:t>KPIs Displayed:</a:t>
            </a:r>
            <a:r>
              <a:rPr sz="1800" dirty="0"/>
              <a:t> Total Revenue | Total Orders | Avg Order Value | Unique Customers | Items Sold | Avg Discount</a:t>
            </a:r>
          </a:p>
          <a:p>
            <a:r>
              <a:rPr sz="1800" b="1" dirty="0"/>
              <a:t>Key Insight 1 — Seasonal Demand:</a:t>
            </a:r>
            <a:r>
              <a:rPr sz="1800" dirty="0"/>
              <a:t> Revenue spikes 15–18% during Oct–Dec (festive season) driven by Snacks, Bakery, and Dairy categories</a:t>
            </a:r>
          </a:p>
          <a:p>
            <a:r>
              <a:rPr sz="1800" b="1" dirty="0"/>
              <a:t>Key Insight 2 — Payment Shift:</a:t>
            </a:r>
            <a:r>
              <a:rPr sz="1800" dirty="0"/>
              <a:t> UPI accounts for 32% of all transactions — highest of any payment method — indicating strong digital adoption across all cities</a:t>
            </a:r>
          </a:p>
          <a:p>
            <a:r>
              <a:rPr sz="1800" b="1" dirty="0"/>
              <a:t>Key Insight 3 — Peak Shopping Hours:</a:t>
            </a:r>
            <a:r>
              <a:rPr sz="1800" dirty="0"/>
              <a:t> Two clear rush periods — 9–11 AM (morning) and 5–7 PM (evening) — enabling staff scheduling </a:t>
            </a:r>
            <a:r>
              <a:rPr sz="1800" dirty="0" err="1"/>
              <a:t>optimisation</a:t>
            </a:r>
            <a:endParaRPr sz="1800" dirty="0"/>
          </a:p>
          <a:p>
            <a:r>
              <a:rPr sz="1800" b="1" dirty="0"/>
              <a:t>Key Insight 4 — City Leaders:</a:t>
            </a:r>
            <a:r>
              <a:rPr sz="1800" dirty="0"/>
              <a:t> Mumbai &amp; Delhi drive ~34% of total revenue; Basmati Rice and Ghee are consistent top-revenue products year-round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b="1" dirty="0"/>
              <a:t>Use Case 1 — Retail Chains:</a:t>
            </a:r>
            <a:r>
              <a:rPr sz="2000" dirty="0"/>
              <a:t> Large grocery retailers (</a:t>
            </a:r>
            <a:r>
              <a:rPr sz="2000" dirty="0" err="1"/>
              <a:t>DMart</a:t>
            </a:r>
            <a:r>
              <a:rPr sz="2000" dirty="0"/>
              <a:t>, Reliance Fresh, </a:t>
            </a:r>
            <a:r>
              <a:rPr sz="2000" dirty="0" err="1"/>
              <a:t>BigBazaar</a:t>
            </a:r>
            <a:r>
              <a:rPr sz="2000" dirty="0"/>
              <a:t>) can deploy this pipeline to track category-level performance across hundreds of stores</a:t>
            </a:r>
          </a:p>
          <a:p>
            <a:r>
              <a:rPr sz="2000" b="1" dirty="0"/>
              <a:t>Use Case 2 — Supply Chain </a:t>
            </a:r>
            <a:r>
              <a:rPr sz="2000" b="1" dirty="0" err="1"/>
              <a:t>Optimisation</a:t>
            </a:r>
            <a:r>
              <a:rPr sz="2000" b="1" dirty="0"/>
              <a:t>:</a:t>
            </a:r>
            <a:r>
              <a:rPr sz="2000" dirty="0"/>
              <a:t> Seasonal demand patterns identified by </a:t>
            </a:r>
            <a:r>
              <a:rPr sz="2000" dirty="0" err="1"/>
              <a:t>PySpark</a:t>
            </a:r>
            <a:r>
              <a:rPr sz="2000" dirty="0"/>
              <a:t> enable smarter inventory replenishment and reduced waste</a:t>
            </a:r>
          </a:p>
          <a:p>
            <a:r>
              <a:rPr sz="2000" b="1" dirty="0"/>
              <a:t>Use Case 3 — </a:t>
            </a:r>
            <a:r>
              <a:rPr sz="2000" b="1" dirty="0" err="1"/>
              <a:t>Personalised</a:t>
            </a:r>
            <a:r>
              <a:rPr sz="2000" b="1" dirty="0"/>
              <a:t> Promotions:</a:t>
            </a:r>
            <a:r>
              <a:rPr sz="2000" dirty="0"/>
              <a:t> Customer transaction rankings and purchase history power targeted discount campaigns via UPI/Digital Wallet integrations</a:t>
            </a:r>
          </a:p>
          <a:p>
            <a:r>
              <a:rPr sz="2000" b="1" dirty="0"/>
              <a:t>Scalability — Handling Large Data:</a:t>
            </a:r>
            <a:r>
              <a:rPr sz="2000" dirty="0"/>
              <a:t> Replace local[*] with YARN cluster; migrate storage to HDFS / AWS S3; partition data by year-month for faster reads</a:t>
            </a:r>
          </a:p>
          <a:p>
            <a:r>
              <a:rPr sz="2000" b="1" dirty="0"/>
              <a:t>Future Improvements:</a:t>
            </a:r>
            <a:r>
              <a:rPr sz="2000" dirty="0"/>
              <a:t> Real-time streaming with Kafka + Spark Structured Streaming; ML demand forecasting (Prophet/</a:t>
            </a:r>
            <a:r>
              <a:rPr sz="2000" dirty="0" err="1"/>
              <a:t>XGBoost</a:t>
            </a:r>
            <a:r>
              <a:rPr sz="2000" dirty="0"/>
              <a:t>); Cloud deployment on GCP </a:t>
            </a:r>
            <a:r>
              <a:rPr sz="2000" dirty="0" err="1"/>
              <a:t>Dataproc</a:t>
            </a:r>
            <a:r>
              <a:rPr sz="2000" dirty="0"/>
              <a:t> or AWS EMR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b="1" dirty="0"/>
              <a:t>Problem:</a:t>
            </a:r>
            <a:r>
              <a:rPr sz="2000" dirty="0"/>
              <a:t> Grocery retailers lack scalable tools to extract insights from high-volume transaction data across multiple cities and product categories</a:t>
            </a:r>
          </a:p>
          <a:p>
            <a:r>
              <a:rPr sz="2000" b="1" dirty="0"/>
              <a:t>Solution:</a:t>
            </a:r>
            <a:r>
              <a:rPr sz="2000" dirty="0"/>
              <a:t> Built an end-to-end pipeline — 300K-row dataset generation → 6-step </a:t>
            </a:r>
            <a:r>
              <a:rPr sz="2000" dirty="0" err="1"/>
              <a:t>PySpark</a:t>
            </a:r>
            <a:r>
              <a:rPr sz="2000" dirty="0"/>
              <a:t> ETL (clean, transform, aggregate) → </a:t>
            </a:r>
            <a:r>
              <a:rPr sz="2000" dirty="0" err="1"/>
              <a:t>Streamlit</a:t>
            </a:r>
            <a:r>
              <a:rPr sz="2000" dirty="0"/>
              <a:t> interactive dashboard with 9 chart types</a:t>
            </a:r>
          </a:p>
          <a:p>
            <a:r>
              <a:rPr sz="2000" b="1" dirty="0"/>
              <a:t>Outcome:</a:t>
            </a:r>
            <a:r>
              <a:rPr sz="2000" dirty="0"/>
              <a:t> Actionable insights on seasonal demand, UPI dominance, peak hours, and city-level performance delivered in real time via filterable dashboard</a:t>
            </a:r>
          </a:p>
          <a:p>
            <a:r>
              <a:rPr sz="2000" b="1" dirty="0"/>
              <a:t>Technologies Demonstrated:</a:t>
            </a:r>
            <a:r>
              <a:rPr sz="2000" dirty="0"/>
              <a:t> </a:t>
            </a:r>
            <a:r>
              <a:rPr sz="2000" dirty="0" err="1"/>
              <a:t>PySpark</a:t>
            </a:r>
            <a:r>
              <a:rPr sz="2000" dirty="0"/>
              <a:t> (ETL, Window functions, </a:t>
            </a:r>
            <a:r>
              <a:rPr sz="2000" dirty="0" err="1"/>
              <a:t>approxQuantile</a:t>
            </a:r>
            <a:r>
              <a:rPr sz="2000" dirty="0"/>
              <a:t>), </a:t>
            </a:r>
            <a:r>
              <a:rPr sz="2000" dirty="0" err="1"/>
              <a:t>Streamlit</a:t>
            </a:r>
            <a:r>
              <a:rPr sz="2000" dirty="0"/>
              <a:t>, Plotly, Pandas, NumPy — all core Big Data &amp; Cloud Computing tools</a:t>
            </a:r>
          </a:p>
          <a:p>
            <a:r>
              <a:rPr sz="2000" b="1" dirty="0"/>
              <a:t>Thank You!</a:t>
            </a:r>
            <a:r>
              <a:rPr sz="2000" dirty="0"/>
              <a:t> Open to questions on pipeline design, </a:t>
            </a:r>
            <a:r>
              <a:rPr sz="2000" dirty="0" err="1"/>
              <a:t>PySpark</a:t>
            </a:r>
            <a:r>
              <a:rPr sz="2000" dirty="0"/>
              <a:t> transformations, or dashboard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842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SmartGrocer Analytics — Project Overview</vt:lpstr>
      <vt:lpstr>System Architecture</vt:lpstr>
      <vt:lpstr>PySpark Implementation</vt:lpstr>
      <vt:lpstr>Dashboard &amp; Insights</vt:lpstr>
      <vt:lpstr>Real-World Application</vt:lpstr>
      <vt:lpstr>Conclusion &amp;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</dc:creator>
  <cp:keywords/>
  <dc:description>generated using python-pptx</dc:description>
  <cp:lastModifiedBy>Krish sah</cp:lastModifiedBy>
  <cp:revision>2</cp:revision>
  <dcterms:created xsi:type="dcterms:W3CDTF">2013-01-27T09:14:16Z</dcterms:created>
  <dcterms:modified xsi:type="dcterms:W3CDTF">2026-04-07T07:17:40Z</dcterms:modified>
  <cp:category/>
</cp:coreProperties>
</file>