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 &amp;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Project Title: </a:t>
            </a:r>
            <a:r>
              <a:rPr sz="1400"/>
              <a:t>SmartGrocer Analytics - End-to-End Big Data Pipeline for Grocery Retail Intelligence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Name &amp; USN: </a:t>
            </a:r>
            <a:r>
              <a:rPr sz="1400"/>
              <a:t>____________________ / ____________________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Domain: </a:t>
            </a:r>
            <a:r>
              <a:rPr sz="1400"/>
              <a:t>Indian Grocery Retail Chain (10 cities, 50 stores, 15,000 customers)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Problem Statement: </a:t>
            </a:r>
            <a:r>
              <a:rPr sz="1400"/>
              <a:t>Grocery retailers generate 300,000+ transactions/year but lack scalable tools to extract insights. Manual spreadsheet analysis is slow, error-prone, and cannot handle data quality issues (2.5% missing values, 0.5% outliers).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Key Challenges: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Inventory blind spots - cannot detect seasonal demand spikes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No visibility into city-wise and category-wise performance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No systematic peak-hour identification for staff scheduling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Payment method trends invisible without analytics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Target Users: </a:t>
            </a:r>
            <a:r>
              <a:rPr sz="1400"/>
              <a:t>Store managers, procurement teams, business analysts, finance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Data Pipeline: </a:t>
            </a:r>
            <a:r>
              <a:rPr sz="1300"/>
              <a:t>Data Source --&gt; PySpark ETL --&gt; Storage --&gt; Streamlit Dashboard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Stage 1 - Data Source (generate_dataset.py):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Python + NumPy synthetic generator | 300K rows, 84 products, 10 categories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Seasonal trends, missing values (~2.5%), outliers (~0.5%)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Stage 2 - Processing Engine (pyspark_pipeline.py):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Apache PySpark (local[*]) | 6-step ETL: Load &gt; Profile &gt; Clean &gt; Transform &gt; Analyse &gt; Export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Schema enforcement, null imputation, outlier capping, 9 engineered features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Stage 3 - Storage Layer: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processed/grocery_cleaned.csv (300K rows, 21 columns) + 6 summary CSVs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Stage 4 - Visualisation (dashboard.py):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Streamlit + Plotly | 6 KPI cards, 10 interactive charts, 4 sidebar filters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Tools: </a:t>
            </a:r>
            <a:r>
              <a:rPr sz="1300"/>
              <a:t>Python 3.x | PySpark 3.x | Pandas | NumPy | Streamlit | Plotly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Dataset: </a:t>
            </a:r>
            <a:r>
              <a:rPr sz="1300"/>
              <a:t>grocery_transactions.csv | 300,000 rows | 13 columns | ~35 MB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Date Range: </a:t>
            </a:r>
            <a:r>
              <a:rPr sz="1300"/>
              <a:t>Jan 2023 - Dec 2025 | 10 cities | 84 products | 5 payment methods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Key Operations: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Loading: Explicit StructType schema (13 fields) for type safety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Profiling: Null counts (11,269 total), duplicate check (0 found), describe() stats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Cleaning: Mode-fill city per store, GUEST for null customer_id, cap outliers at P99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Transformations: 9 new features (year, month, quarter, day_name, is_weekend, revenue_bucket, cust_txn_rank)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Aggregations: 7 analytical queries (category revenue, top products, monthly trends, city-wise, payments, peak hours, weekend vs weekday)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Code Snippet - Outlier Capping: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q99 = df.approxQuantile("quantity", [0.99], 0.01)[0]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df = df.withColumn("quantity_capped",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    F.when(F.col("quantity") &gt; q99, q99).otherwise(F.col("quantity")))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Output: </a:t>
            </a:r>
            <a:r>
              <a:rPr sz="1300"/>
              <a:t>Cleaned CSV (21 cols) + 6 pre-aggregated summary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Dashboard: </a:t>
            </a:r>
            <a:r>
              <a:rPr sz="1300"/>
              <a:t>Streamlit + Plotly (http://localhost:8501)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Components: </a:t>
            </a:r>
            <a:r>
              <a:rPr sz="1300"/>
              <a:t>6 KPI cards | Line chart | Bar charts | Donut pies | Heatmap | Data table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300"/>
              <a:t>Filters: </a:t>
            </a:r>
            <a:r>
              <a:rPr sz="1300"/>
              <a:t>Date range, Category, City, Payment Method (sidebar)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Key Insight 1 - Festive Season Uplift (15-18%):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Oct-Dec revenue peaks at Rs. 3.1M-3.3M/month vs Rs. 2.6M off-season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Snacks +25%, Bakery +20%, Dairy +15% during festivities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Key Insight 2 - UPI Dominates Payments (32%):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UPI: 95,563 txns (32%) | Cash: 59,345 (20%) | Credit Card: 53,511 (18%)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Reflects India's digital payment revolution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Key Insight 3 - Bimodal Peak Hours: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Morning rush: 9-11 AM (~37K txns) | Evening rush: 5-7 PM (~37K txns)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Midday lull: 12-1 PM (~2,800-10,000 txns) - 40% lower volume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Key Insight 4 - Metro Revenue Concentration: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Mumbai (Rs. 20.4M) + Delhi (Rs. 16.7M) = 34% of total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Real-World Use Cases: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Retail chains (DMart, Reliance Fresh, Spencer's) - centralised POS analytics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Procurement teams - supplier negotiations based on actual demand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Regional managers - city-level performance comparison dashboards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HR/Operations - peak-hour staffing optimisation using heatmap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Marketing - discount impact analysis for campaign planning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Scalability (Local --&gt; Cloud):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Data: 300K rows (40 MB) --&gt; Billions of rows (terabytes)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Compute: local[*] --&gt; AWS EMR / Databricks / Google Dataproc cluster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Storage: CSV --&gt; Apache Parquet on S3 / Delta Lake (5-10x compression)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Scheduling: Manual --&gt; Apache Airflow DAGs (daily/hourly)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Streaming: Batch CSV --&gt; Kafka + Spark Structured Streaming (real-time)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Future Improvements: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ML demand forecasting (Prophet / Spark MLlib)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Customer segmentation (RFM + K-Means clustering)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Anomaly detection (Isolation Forest for fraud flagging)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Summary: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Problem: </a:t>
            </a:r>
            <a:r>
              <a:rPr sz="1400"/>
              <a:t>Grocery retailers with 300K+ transactions lack scalable analytics tools.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Raw data has 2.5% missing values and 0.5% outliers that break manual analysis.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sz="1400"/>
              <a:t>Solution: </a:t>
            </a:r>
            <a:r>
              <a:rPr sz="1400"/>
              <a:t>End-to-end Big Data pipeline using open-source tools: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Python synthetic data generator (300K transactions, 84 products, 10 cities)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PySpark 6-step ETL pipeline (clean, transform, analyse, export)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Streamlit dashboard with 10+ interactive Plotly visualisations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Outcome: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Cleaned 11,269 null values + capped 1,500 outliers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Engineered 9 new features for richer analysis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4 high-value insights: festive uplift, UPI dominance, peak hours, metro concentration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Production-ready dashboard accessible to non-technical stakeholders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Architecture scales seamlessly to cloud (AWS EMR, Databricks)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